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4"/>
  </p:notesMasterIdLst>
  <p:handoutMasterIdLst>
    <p:handoutMasterId r:id="rId15"/>
  </p:handoutMasterIdLst>
  <p:sldIdLst>
    <p:sldId id="312" r:id="rId5"/>
    <p:sldId id="304" r:id="rId6"/>
    <p:sldId id="307" r:id="rId7"/>
    <p:sldId id="281" r:id="rId8"/>
    <p:sldId id="282" r:id="rId9"/>
    <p:sldId id="314" r:id="rId10"/>
    <p:sldId id="315" r:id="rId11"/>
    <p:sldId id="317" r:id="rId12"/>
    <p:sldId id="297" r:id="rId13"/>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65" d="100"/>
          <a:sy n="65" d="100"/>
        </p:scale>
        <p:origin x="724" y="60"/>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ID" dirty="0"/>
              <a:t>LAPORAN AKHIR TUGAS PROJEK</a:t>
            </a:r>
            <a:br>
              <a:rPr lang="en-ID" b="0" dirty="0"/>
            </a:br>
            <a:r>
              <a:rPr lang="en-ID" dirty="0"/>
              <a:t>DASAR SISTEM KOMPUTER</a:t>
            </a:r>
            <a:br>
              <a:rPr lang="en-ID" b="0" dirty="0"/>
            </a:br>
            <a:br>
              <a:rPr lang="en-ID" dirty="0"/>
            </a:br>
            <a:endParaRPr lang="en-US" dirty="0"/>
          </a:p>
        </p:txBody>
      </p:sp>
      <p:pic>
        <p:nvPicPr>
          <p:cNvPr id="5" name="Camera 4">
            <a:extLst>
              <a:ext uri="{FF2B5EF4-FFF2-40B4-BE49-F238E27FC236}">
                <a16:creationId xmlns:a16="http://schemas.microsoft.com/office/drawing/2014/main" id="{E4F188A3-6924-C7D6-DE7A-02249934D716}"/>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928688"/>
            <a:ext cx="6583680" cy="2414280"/>
          </a:xfrm>
        </p:spPr>
        <p:txBody>
          <a:bodyPr/>
          <a:lstStyle/>
          <a:p>
            <a:br>
              <a:rPr lang="en-ID" b="0" dirty="0"/>
            </a:br>
            <a:br>
              <a:rPr lang="en-ID" b="0" dirty="0"/>
            </a:br>
            <a:r>
              <a:rPr lang="en-ID" b="0" dirty="0"/>
              <a:t>Dosen </a:t>
            </a:r>
            <a:r>
              <a:rPr lang="en-ID" b="0" dirty="0" err="1"/>
              <a:t>Pengampu</a:t>
            </a:r>
            <a:r>
              <a:rPr lang="en-ID" b="0" dirty="0"/>
              <a:t> : Ali </a:t>
            </a:r>
            <a:r>
              <a:rPr lang="en-ID" b="0" dirty="0" err="1"/>
              <a:t>Tarmuji</a:t>
            </a:r>
            <a:r>
              <a:rPr lang="en-ID" b="0" dirty="0"/>
              <a:t> S.T,M.Cs</a:t>
            </a:r>
            <a:br>
              <a:rPr lang="en-ID" b="0" dirty="0"/>
            </a:br>
            <a:br>
              <a:rPr lang="en-ID" dirty="0"/>
            </a:br>
            <a:endParaRPr lang="en-US" dirty="0"/>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lnSpcReduction="10000"/>
          </a:bodyPr>
          <a:lstStyle/>
          <a:p>
            <a:r>
              <a:rPr lang="en-ID" dirty="0"/>
              <a:t>Nama : Adi Saputra</a:t>
            </a:r>
          </a:p>
          <a:p>
            <a:r>
              <a:rPr lang="en-ID" dirty="0"/>
              <a:t>Nim : 2500018113</a:t>
            </a:r>
          </a:p>
          <a:p>
            <a:r>
              <a:rPr lang="en-ID" dirty="0" err="1"/>
              <a:t>Kelas</a:t>
            </a:r>
            <a:r>
              <a:rPr lang="en-ID" dirty="0"/>
              <a:t> : C</a:t>
            </a:r>
          </a:p>
          <a:p>
            <a:r>
              <a:rPr lang="en-ID" dirty="0" err="1"/>
              <a:t>Judul</a:t>
            </a:r>
            <a:r>
              <a:rPr lang="en-ID" dirty="0"/>
              <a:t> </a:t>
            </a:r>
            <a:r>
              <a:rPr lang="en-ID" dirty="0" err="1"/>
              <a:t>Aplikasi</a:t>
            </a:r>
            <a:r>
              <a:rPr lang="en-ID" dirty="0"/>
              <a:t> : </a:t>
            </a:r>
            <a:r>
              <a:rPr lang="en-ID" dirty="0" err="1"/>
              <a:t>Aplikasi</a:t>
            </a:r>
            <a:r>
              <a:rPr lang="en-ID" dirty="0"/>
              <a:t> </a:t>
            </a:r>
            <a:r>
              <a:rPr lang="en-ID" dirty="0" err="1"/>
              <a:t>Menghituung</a:t>
            </a:r>
            <a:r>
              <a:rPr lang="en-ID" dirty="0"/>
              <a:t> Jam </a:t>
            </a:r>
            <a:r>
              <a:rPr lang="en-ID" dirty="0" err="1"/>
              <a:t>Kerja</a:t>
            </a:r>
            <a:endParaRPr lang="en-ID" dirty="0"/>
          </a:p>
          <a:p>
            <a:br>
              <a:rPr lang="en-ID" dirty="0"/>
            </a:br>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491612" y="540774"/>
            <a:ext cx="11316929" cy="5712541"/>
          </a:xfrm>
        </p:spPr>
        <p:txBody>
          <a:bodyPr/>
          <a:lstStyle/>
          <a:p>
            <a:r>
              <a:rPr lang="en-ID" sz="2400" dirty="0"/>
              <a:t>Ruang </a:t>
            </a:r>
            <a:r>
              <a:rPr lang="en-ID" sz="2400" dirty="0" err="1"/>
              <a:t>Lingkup</a:t>
            </a:r>
            <a:r>
              <a:rPr lang="en-ID" sz="2400" dirty="0"/>
              <a:t> </a:t>
            </a:r>
            <a:r>
              <a:rPr lang="en-ID" sz="2400" dirty="0" err="1"/>
              <a:t>Aplikasi</a:t>
            </a:r>
            <a:br>
              <a:rPr lang="en-ID" sz="2400" dirty="0"/>
            </a:br>
            <a:r>
              <a:rPr lang="en-ID" sz="2400" b="0" dirty="0" err="1"/>
              <a:t>Aplikasi</a:t>
            </a:r>
            <a:r>
              <a:rPr lang="en-ID" sz="2400" b="0" dirty="0"/>
              <a:t> </a:t>
            </a:r>
            <a:r>
              <a:rPr lang="en-ID" sz="2400" b="0" dirty="0" err="1"/>
              <a:t>Hitung</a:t>
            </a:r>
            <a:r>
              <a:rPr lang="en-ID" sz="2400" b="0" dirty="0"/>
              <a:t> Total Jam </a:t>
            </a:r>
            <a:r>
              <a:rPr lang="en-ID" sz="2400" b="0" dirty="0" err="1"/>
              <a:t>Kerja</a:t>
            </a:r>
            <a:r>
              <a:rPr lang="en-ID" sz="2400" b="0" dirty="0"/>
              <a:t> </a:t>
            </a:r>
            <a:r>
              <a:rPr lang="en-ID" sz="2400" b="0" dirty="0" err="1"/>
              <a:t>adalah</a:t>
            </a:r>
            <a:r>
              <a:rPr lang="en-ID" sz="2400" b="0" dirty="0"/>
              <a:t> program</a:t>
            </a:r>
            <a:br>
              <a:rPr lang="en-ID" sz="2400" b="0" dirty="0"/>
            </a:br>
            <a:r>
              <a:rPr lang="en-ID" sz="2400" b="0" dirty="0" err="1"/>
              <a:t>berbasis</a:t>
            </a:r>
            <a:r>
              <a:rPr lang="en-ID" sz="2400" b="0" dirty="0"/>
              <a:t> Bahasa Assembly x86 (DOS) yang </a:t>
            </a:r>
            <a:r>
              <a:rPr lang="en-ID" sz="2400" b="0" dirty="0" err="1"/>
              <a:t>digunakan</a:t>
            </a:r>
            <a:r>
              <a:rPr lang="en-ID" sz="2400" b="0" dirty="0"/>
              <a:t> </a:t>
            </a:r>
            <a:br>
              <a:rPr lang="en-ID" sz="2400" b="0" dirty="0"/>
            </a:br>
            <a:r>
              <a:rPr lang="en-ID" sz="2400" b="0" dirty="0" err="1"/>
              <a:t>untuk</a:t>
            </a:r>
            <a:r>
              <a:rPr lang="en-ID" sz="2400" b="0" dirty="0"/>
              <a:t> </a:t>
            </a:r>
            <a:r>
              <a:rPr lang="en-ID" sz="2400" b="0" dirty="0" err="1"/>
              <a:t>menghitung</a:t>
            </a:r>
            <a:r>
              <a:rPr lang="en-ID" sz="2400" b="0" dirty="0"/>
              <a:t> lama </a:t>
            </a:r>
            <a:r>
              <a:rPr lang="en-ID" sz="2400" b="0" dirty="0" err="1"/>
              <a:t>waktu</a:t>
            </a:r>
            <a:r>
              <a:rPr lang="en-ID" sz="2400" b="0" dirty="0"/>
              <a:t> </a:t>
            </a:r>
            <a:r>
              <a:rPr lang="en-ID" sz="2400" b="0" dirty="0" err="1"/>
              <a:t>kerja</a:t>
            </a:r>
            <a:r>
              <a:rPr lang="en-ID" sz="2400" b="0" dirty="0"/>
              <a:t> </a:t>
            </a:r>
            <a:r>
              <a:rPr lang="en-ID" sz="2400" b="0" dirty="0" err="1"/>
              <a:t>berdasarkan</a:t>
            </a:r>
            <a:r>
              <a:rPr lang="en-ID" sz="2400" b="0" dirty="0"/>
              <a:t> jam </a:t>
            </a:r>
            <a:br>
              <a:rPr lang="en-ID" sz="2400" b="0" dirty="0"/>
            </a:br>
            <a:r>
              <a:rPr lang="en-ID" sz="2400" b="0" dirty="0"/>
              <a:t>dan </a:t>
            </a:r>
            <a:r>
              <a:rPr lang="en-ID" sz="2400" b="0" dirty="0" err="1"/>
              <a:t>menit</a:t>
            </a:r>
            <a:r>
              <a:rPr lang="en-ID" sz="2400" b="0" dirty="0"/>
              <a:t> </a:t>
            </a:r>
            <a:r>
              <a:rPr lang="en-ID" sz="2400" b="0" dirty="0" err="1"/>
              <a:t>masuk</a:t>
            </a:r>
            <a:r>
              <a:rPr lang="en-ID" sz="2400" b="0" dirty="0"/>
              <a:t> </a:t>
            </a:r>
            <a:r>
              <a:rPr lang="en-ID" sz="2400" b="0" dirty="0" err="1"/>
              <a:t>serta</a:t>
            </a:r>
            <a:r>
              <a:rPr lang="en-ID" sz="2400" b="0" dirty="0"/>
              <a:t> jam dan </a:t>
            </a:r>
            <a:r>
              <a:rPr lang="en-ID" sz="2400" b="0" dirty="0" err="1"/>
              <a:t>menit</a:t>
            </a:r>
            <a:r>
              <a:rPr lang="en-ID" sz="2400" b="0" dirty="0"/>
              <a:t> </a:t>
            </a:r>
            <a:r>
              <a:rPr lang="en-ID" sz="2400" b="0" dirty="0" err="1"/>
              <a:t>pulang</a:t>
            </a:r>
            <a:r>
              <a:rPr lang="en-ID" sz="2400" b="0" dirty="0"/>
              <a:t> </a:t>
            </a:r>
            <a:r>
              <a:rPr lang="en-ID" sz="2400" b="0" dirty="0" err="1"/>
              <a:t>kerja</a:t>
            </a:r>
            <a:r>
              <a:rPr lang="en-ID" sz="2400" b="0" dirty="0"/>
              <a:t>.</a:t>
            </a:r>
            <a:br>
              <a:rPr lang="en-ID" sz="2400" b="0" dirty="0"/>
            </a:br>
            <a:br>
              <a:rPr lang="en-ID" sz="2400" dirty="0"/>
            </a:br>
            <a:endParaRPr lang="en-US" sz="2400" dirty="0"/>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A66E2F1-9FB9-F067-317C-589BB623B49D}"/>
              </a:ext>
            </a:extLst>
          </p:cNvPr>
          <p:cNvSpPr>
            <a:spLocks noGrp="1"/>
          </p:cNvSpPr>
          <p:nvPr>
            <p:ph type="title"/>
          </p:nvPr>
        </p:nvSpPr>
        <p:spPr>
          <a:xfrm>
            <a:off x="442762" y="731521"/>
            <a:ext cx="6971432" cy="3262964"/>
          </a:xfrm>
        </p:spPr>
        <p:txBody>
          <a:bodyPr/>
          <a:lstStyle/>
          <a:p>
            <a:r>
              <a:rPr lang="en-ID" sz="2000" dirty="0"/>
              <a:t>Fitur Utama </a:t>
            </a:r>
            <a:r>
              <a:rPr lang="en-ID" sz="2000" dirty="0" err="1"/>
              <a:t>Aplikasi</a:t>
            </a:r>
            <a:br>
              <a:rPr lang="en-ID" sz="2000" dirty="0"/>
            </a:br>
            <a:r>
              <a:rPr lang="en-ID" sz="2000" b="0" dirty="0"/>
              <a:t>Input jam </a:t>
            </a:r>
            <a:r>
              <a:rPr lang="en-ID" sz="2000" b="0" dirty="0" err="1"/>
              <a:t>masuk</a:t>
            </a:r>
            <a:r>
              <a:rPr lang="en-ID" sz="2000" b="0" dirty="0"/>
              <a:t> (00–24)</a:t>
            </a:r>
            <a:br>
              <a:rPr lang="en-ID" sz="2000" b="0" dirty="0"/>
            </a:br>
            <a:r>
              <a:rPr lang="en-ID" sz="2000" b="0" dirty="0"/>
              <a:t>Input </a:t>
            </a:r>
            <a:r>
              <a:rPr lang="en-ID" sz="2000" b="0" dirty="0" err="1"/>
              <a:t>menit</a:t>
            </a:r>
            <a:r>
              <a:rPr lang="en-ID" sz="2000" b="0" dirty="0"/>
              <a:t> </a:t>
            </a:r>
            <a:r>
              <a:rPr lang="en-ID" sz="2000" b="0" dirty="0" err="1"/>
              <a:t>masuk</a:t>
            </a:r>
            <a:r>
              <a:rPr lang="en-ID" sz="2000" b="0" dirty="0"/>
              <a:t> (00–59)</a:t>
            </a:r>
            <a:br>
              <a:rPr lang="en-ID" sz="2000" b="0" dirty="0"/>
            </a:br>
            <a:r>
              <a:rPr lang="en-ID" sz="2000" b="0" dirty="0"/>
              <a:t>Input jam </a:t>
            </a:r>
            <a:r>
              <a:rPr lang="en-ID" sz="2000" b="0" dirty="0" err="1"/>
              <a:t>pulang</a:t>
            </a:r>
            <a:r>
              <a:rPr lang="en-ID" sz="2000" b="0" dirty="0"/>
              <a:t> (00–24)</a:t>
            </a:r>
            <a:br>
              <a:rPr lang="en-ID" sz="2000" b="0" dirty="0"/>
            </a:br>
            <a:r>
              <a:rPr lang="en-ID" sz="2000" b="0" dirty="0"/>
              <a:t>Input </a:t>
            </a:r>
            <a:r>
              <a:rPr lang="en-ID" sz="2000" b="0" dirty="0" err="1"/>
              <a:t>menit</a:t>
            </a:r>
            <a:r>
              <a:rPr lang="en-ID" sz="2000" b="0" dirty="0"/>
              <a:t> </a:t>
            </a:r>
            <a:r>
              <a:rPr lang="en-ID" sz="2000" b="0" dirty="0" err="1"/>
              <a:t>pulang</a:t>
            </a:r>
            <a:r>
              <a:rPr lang="en-ID" sz="2000" b="0" dirty="0"/>
              <a:t> (00–59)</a:t>
            </a:r>
            <a:br>
              <a:rPr lang="en-ID" sz="2000" b="0" dirty="0"/>
            </a:br>
            <a:r>
              <a:rPr lang="en-ID" sz="2000" b="0" dirty="0" err="1"/>
              <a:t>Perhitungan</a:t>
            </a:r>
            <a:r>
              <a:rPr lang="en-ID" sz="2000" b="0" dirty="0"/>
              <a:t> total jam dan </a:t>
            </a:r>
            <a:r>
              <a:rPr lang="en-ID" sz="2000" b="0" dirty="0" err="1"/>
              <a:t>menit</a:t>
            </a:r>
            <a:r>
              <a:rPr lang="en-ID" sz="2000" b="0" dirty="0"/>
              <a:t> </a:t>
            </a:r>
            <a:r>
              <a:rPr lang="en-ID" sz="2000" b="0" dirty="0" err="1"/>
              <a:t>kerja</a:t>
            </a:r>
            <a:br>
              <a:rPr lang="en-ID" sz="2000" b="0" dirty="0"/>
            </a:br>
            <a:r>
              <a:rPr lang="en-ID" sz="2000" b="0" dirty="0" err="1"/>
              <a:t>Menampilkan</a:t>
            </a:r>
            <a:r>
              <a:rPr lang="en-ID" sz="2000" b="0" dirty="0"/>
              <a:t> </a:t>
            </a:r>
            <a:r>
              <a:rPr lang="en-ID" sz="2000" b="0" dirty="0" err="1"/>
              <a:t>hasil</a:t>
            </a:r>
            <a:r>
              <a:rPr lang="en-ID" sz="2000" b="0" dirty="0"/>
              <a:t> </a:t>
            </a:r>
            <a:r>
              <a:rPr lang="en-ID" sz="2000" b="0" dirty="0" err="1"/>
              <a:t>perhitungan</a:t>
            </a:r>
            <a:r>
              <a:rPr lang="en-ID" sz="2000" b="0" dirty="0"/>
              <a:t> </a:t>
            </a:r>
            <a:r>
              <a:rPr lang="en-ID" sz="2000" b="0" dirty="0" err="1"/>
              <a:t>ke</a:t>
            </a:r>
            <a:r>
              <a:rPr lang="en-ID" sz="2000" b="0" dirty="0"/>
              <a:t> </a:t>
            </a:r>
            <a:r>
              <a:rPr lang="en-ID" sz="2000" b="0" dirty="0" err="1"/>
              <a:t>layar</a:t>
            </a:r>
            <a:br>
              <a:rPr lang="en-ID" sz="2000" b="0" dirty="0"/>
            </a:br>
            <a:endParaRPr lang="en-US" sz="2000" dirty="0"/>
          </a:p>
        </p:txBody>
      </p:sp>
      <p:sp>
        <p:nvSpPr>
          <p:cNvPr id="12" name="Rectangle 11">
            <a:extLst>
              <a:ext uri="{FF2B5EF4-FFF2-40B4-BE49-F238E27FC236}">
                <a16:creationId xmlns:a16="http://schemas.microsoft.com/office/drawing/2014/main" id="{96DD2D62-B468-9279-85E2-FF641DCAD532}"/>
              </a:ext>
            </a:extLst>
          </p:cNvPr>
          <p:cNvSpPr/>
          <p:nvPr/>
        </p:nvSpPr>
        <p:spPr>
          <a:xfrm>
            <a:off x="7344075" y="433137"/>
            <a:ext cx="4655419" cy="642486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263920" y="304800"/>
            <a:ext cx="7965460" cy="5810865"/>
          </a:xfrm>
        </p:spPr>
        <p:txBody>
          <a:bodyPr>
            <a:noAutofit/>
          </a:bodyPr>
          <a:lstStyle/>
          <a:p>
            <a:pPr marL="0" indent="0">
              <a:buNone/>
            </a:pPr>
            <a:endParaRPr lang="en-ID" sz="2400" b="1" dirty="0"/>
          </a:p>
          <a:p>
            <a:r>
              <a:rPr lang="en-ID" sz="2400" b="1" dirty="0"/>
              <a:t> Desain / </a:t>
            </a:r>
            <a:r>
              <a:rPr lang="en-ID" sz="2400" b="1" dirty="0" err="1"/>
              <a:t>Rancangan</a:t>
            </a:r>
            <a:r>
              <a:rPr lang="en-ID" sz="2400" b="1" dirty="0"/>
              <a:t> </a:t>
            </a:r>
            <a:r>
              <a:rPr lang="en-ID" sz="2400" b="1" dirty="0" err="1"/>
              <a:t>Aplikasi</a:t>
            </a:r>
            <a:endParaRPr lang="en-ID" sz="2400" b="1" dirty="0"/>
          </a:p>
          <a:p>
            <a:pPr fontAlgn="base"/>
            <a:r>
              <a:rPr lang="en-ID" sz="2400" b="1" dirty="0"/>
              <a:t>Program </a:t>
            </a:r>
            <a:r>
              <a:rPr lang="en-ID" sz="2400" b="1" dirty="0" err="1"/>
              <a:t>dimulai</a:t>
            </a:r>
            <a:endParaRPr lang="en-ID" sz="2400" b="1" dirty="0"/>
          </a:p>
          <a:p>
            <a:pPr fontAlgn="base"/>
            <a:r>
              <a:rPr lang="en-ID" sz="2400" b="1" dirty="0" err="1"/>
              <a:t>Menampilkan</a:t>
            </a:r>
            <a:r>
              <a:rPr lang="en-ID" sz="2400" b="1" dirty="0"/>
              <a:t> </a:t>
            </a:r>
            <a:r>
              <a:rPr lang="en-ID" sz="2400" b="1" dirty="0" err="1"/>
              <a:t>judul</a:t>
            </a:r>
            <a:r>
              <a:rPr lang="en-ID" sz="2400" b="1" dirty="0"/>
              <a:t> </a:t>
            </a:r>
            <a:r>
              <a:rPr lang="en-ID" sz="2400" b="1" dirty="0" err="1"/>
              <a:t>aplikasi</a:t>
            </a:r>
            <a:endParaRPr lang="en-ID" sz="2400" b="1" dirty="0"/>
          </a:p>
          <a:p>
            <a:pPr fontAlgn="base"/>
            <a:r>
              <a:rPr lang="en-ID" sz="2400" b="1" dirty="0" err="1"/>
              <a:t>Meminta</a:t>
            </a:r>
            <a:r>
              <a:rPr lang="en-ID" sz="2400" b="1" dirty="0"/>
              <a:t> input jam dan </a:t>
            </a:r>
            <a:r>
              <a:rPr lang="en-ID" sz="2400" b="1" dirty="0" err="1"/>
              <a:t>menit</a:t>
            </a:r>
            <a:r>
              <a:rPr lang="en-ID" sz="2400" b="1" dirty="0"/>
              <a:t> </a:t>
            </a:r>
            <a:r>
              <a:rPr lang="en-ID" sz="2400" b="1" dirty="0" err="1"/>
              <a:t>masuk</a:t>
            </a:r>
            <a:endParaRPr lang="en-ID" sz="2400" b="1" dirty="0"/>
          </a:p>
          <a:p>
            <a:pPr fontAlgn="base"/>
            <a:r>
              <a:rPr lang="en-ID" sz="2400" b="1" dirty="0" err="1"/>
              <a:t>Meminta</a:t>
            </a:r>
            <a:r>
              <a:rPr lang="en-ID" sz="2400" b="1" dirty="0"/>
              <a:t> input jam dan </a:t>
            </a:r>
            <a:r>
              <a:rPr lang="en-ID" sz="2400" b="1" dirty="0" err="1"/>
              <a:t>menit</a:t>
            </a:r>
            <a:r>
              <a:rPr lang="en-ID" sz="2400" b="1" dirty="0"/>
              <a:t> </a:t>
            </a:r>
            <a:r>
              <a:rPr lang="en-ID" sz="2400" b="1" dirty="0" err="1"/>
              <a:t>pulang</a:t>
            </a:r>
            <a:endParaRPr lang="en-ID" sz="2400" b="1" dirty="0"/>
          </a:p>
          <a:p>
            <a:pPr fontAlgn="base"/>
            <a:r>
              <a:rPr lang="en-ID" sz="2400" b="1" dirty="0" err="1"/>
              <a:t>Menghitung</a:t>
            </a:r>
            <a:r>
              <a:rPr lang="en-ID" sz="2400" b="1" dirty="0"/>
              <a:t> </a:t>
            </a:r>
            <a:r>
              <a:rPr lang="en-ID" sz="2400" b="1" dirty="0" err="1"/>
              <a:t>selisih</a:t>
            </a:r>
            <a:r>
              <a:rPr lang="en-ID" sz="2400" b="1" dirty="0"/>
              <a:t> </a:t>
            </a:r>
            <a:r>
              <a:rPr lang="en-ID" sz="2400" b="1" dirty="0" err="1"/>
              <a:t>menit</a:t>
            </a:r>
            <a:endParaRPr lang="en-ID" sz="2400" b="1" dirty="0"/>
          </a:p>
          <a:p>
            <a:pPr fontAlgn="base"/>
            <a:r>
              <a:rPr lang="en-ID" sz="2400" b="1" dirty="0"/>
              <a:t>Jika </a:t>
            </a:r>
            <a:r>
              <a:rPr lang="en-ID" sz="2400" b="1" dirty="0" err="1"/>
              <a:t>menit</a:t>
            </a:r>
            <a:r>
              <a:rPr lang="en-ID" sz="2400" b="1" dirty="0"/>
              <a:t> </a:t>
            </a:r>
            <a:r>
              <a:rPr lang="en-ID" sz="2400" b="1" dirty="0" err="1"/>
              <a:t>negatif</a:t>
            </a:r>
            <a:r>
              <a:rPr lang="en-ID" sz="2400" b="1" dirty="0"/>
              <a:t>, </a:t>
            </a:r>
            <a:r>
              <a:rPr lang="en-ID" sz="2400" b="1" dirty="0" err="1"/>
              <a:t>ditambah</a:t>
            </a:r>
            <a:r>
              <a:rPr lang="en-ID" sz="2400" b="1" dirty="0"/>
              <a:t> 60 dan jam </a:t>
            </a:r>
            <a:r>
              <a:rPr lang="en-ID" sz="2400" b="1" dirty="0" err="1"/>
              <a:t>dikurangi</a:t>
            </a:r>
            <a:r>
              <a:rPr lang="en-ID" sz="2400" b="1" dirty="0"/>
              <a:t> 1</a:t>
            </a:r>
          </a:p>
          <a:p>
            <a:pPr fontAlgn="base"/>
            <a:r>
              <a:rPr lang="en-ID" sz="2400" b="1" dirty="0" err="1"/>
              <a:t>Menghitung</a:t>
            </a:r>
            <a:r>
              <a:rPr lang="en-ID" sz="2400" b="1" dirty="0"/>
              <a:t> </a:t>
            </a:r>
            <a:r>
              <a:rPr lang="en-ID" sz="2400" b="1" dirty="0" err="1"/>
              <a:t>selisih</a:t>
            </a:r>
            <a:r>
              <a:rPr lang="en-ID" sz="2400" b="1" dirty="0"/>
              <a:t> jam</a:t>
            </a:r>
          </a:p>
          <a:p>
            <a:pPr fontAlgn="base"/>
            <a:r>
              <a:rPr lang="en-ID" sz="2400" b="1" dirty="0" err="1"/>
              <a:t>Menampilkan</a:t>
            </a:r>
            <a:r>
              <a:rPr lang="en-ID" sz="2400" b="1" dirty="0"/>
              <a:t> total jam dan </a:t>
            </a:r>
            <a:r>
              <a:rPr lang="en-ID" sz="2400" b="1" dirty="0" err="1"/>
              <a:t>menit</a:t>
            </a:r>
            <a:r>
              <a:rPr lang="en-ID" sz="2400" b="1" dirty="0"/>
              <a:t> </a:t>
            </a:r>
            <a:r>
              <a:rPr lang="en-ID" sz="2400" b="1" dirty="0" err="1"/>
              <a:t>kerja</a:t>
            </a:r>
            <a:endParaRPr lang="en-ID" sz="2400" b="1" dirty="0"/>
          </a:p>
          <a:p>
            <a:pPr fontAlgn="base"/>
            <a:r>
              <a:rPr lang="en-ID" sz="2400" b="1" dirty="0"/>
              <a:t>Program </a:t>
            </a:r>
            <a:r>
              <a:rPr lang="en-ID" sz="2400" b="1" dirty="0" err="1"/>
              <a:t>selesai</a:t>
            </a:r>
            <a:endParaRPr lang="en-ID" sz="2400" b="1"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472005" y="0"/>
            <a:ext cx="4480808" cy="656023"/>
          </a:xfrm>
        </p:spPr>
        <p:txBody>
          <a:bodyPr/>
          <a:lstStyle/>
          <a:p>
            <a:r>
              <a:rPr lang="en-US" dirty="0"/>
              <a:t>Hasil APLIKASI</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8" name="Rectangle 7">
            <a:extLst>
              <a:ext uri="{FF2B5EF4-FFF2-40B4-BE49-F238E27FC236}">
                <a16:creationId xmlns:a16="http://schemas.microsoft.com/office/drawing/2014/main" id="{36830EAA-8A52-E4F9-3A42-A4ED2F3747B8}"/>
              </a:ext>
            </a:extLst>
          </p:cNvPr>
          <p:cNvSpPr/>
          <p:nvPr/>
        </p:nvSpPr>
        <p:spPr>
          <a:xfrm>
            <a:off x="-86781" y="587141"/>
            <a:ext cx="5799190" cy="6270859"/>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TextBox 13">
            <a:extLst>
              <a:ext uri="{FF2B5EF4-FFF2-40B4-BE49-F238E27FC236}">
                <a16:creationId xmlns:a16="http://schemas.microsoft.com/office/drawing/2014/main" id="{B614590A-D7B6-3598-0712-6BD48A67D262}"/>
              </a:ext>
            </a:extLst>
          </p:cNvPr>
          <p:cNvSpPr txBox="1"/>
          <p:nvPr/>
        </p:nvSpPr>
        <p:spPr>
          <a:xfrm>
            <a:off x="5712409" y="692943"/>
            <a:ext cx="6487427" cy="5755422"/>
          </a:xfrm>
          <a:prstGeom prst="rect">
            <a:avLst/>
          </a:prstGeom>
          <a:noFill/>
        </p:spPr>
        <p:txBody>
          <a:bodyPr wrap="square" rtlCol="0">
            <a:spAutoFit/>
          </a:bodyPr>
          <a:lstStyle/>
          <a:p>
            <a:r>
              <a:rPr lang="en-ID" sz="1600" dirty="0"/>
              <a:t>Program </a:t>
            </a:r>
            <a:r>
              <a:rPr lang="en-ID" sz="1600" dirty="0" err="1"/>
              <a:t>ini</a:t>
            </a:r>
            <a:r>
              <a:rPr lang="en-ID" sz="1600" dirty="0"/>
              <a:t> </a:t>
            </a:r>
            <a:r>
              <a:rPr lang="en-ID" sz="1600" dirty="0" err="1"/>
              <a:t>berfungsi</a:t>
            </a:r>
            <a:r>
              <a:rPr lang="en-ID" sz="1600" dirty="0"/>
              <a:t> </a:t>
            </a:r>
            <a:r>
              <a:rPr lang="en-ID" sz="1600" dirty="0" err="1"/>
              <a:t>untuk</a:t>
            </a:r>
            <a:r>
              <a:rPr lang="en-ID" sz="1600" dirty="0"/>
              <a:t> </a:t>
            </a:r>
            <a:r>
              <a:rPr lang="en-ID" sz="1600" dirty="0" err="1"/>
              <a:t>menghitung</a:t>
            </a:r>
            <a:r>
              <a:rPr lang="en-ID" sz="1600" dirty="0"/>
              <a:t> total jam </a:t>
            </a:r>
            <a:r>
              <a:rPr lang="en-ID" sz="1600" dirty="0" err="1"/>
              <a:t>kerja</a:t>
            </a:r>
            <a:r>
              <a:rPr lang="en-ID" sz="1600" dirty="0"/>
              <a:t> </a:t>
            </a:r>
            <a:r>
              <a:rPr lang="en-ID" sz="1600" dirty="0" err="1"/>
              <a:t>seseorang</a:t>
            </a:r>
            <a:r>
              <a:rPr lang="en-ID" sz="1600" dirty="0"/>
              <a:t> </a:t>
            </a:r>
            <a:r>
              <a:rPr lang="en-ID" sz="1600" dirty="0" err="1"/>
              <a:t>berdasarkan</a:t>
            </a:r>
            <a:r>
              <a:rPr lang="en-ID" sz="1600" dirty="0"/>
              <a:t> </a:t>
            </a:r>
            <a:r>
              <a:rPr lang="en-ID" sz="1600" dirty="0" err="1"/>
              <a:t>waktu</a:t>
            </a:r>
            <a:r>
              <a:rPr lang="en-ID" sz="1600" dirty="0"/>
              <a:t> </a:t>
            </a:r>
            <a:r>
              <a:rPr lang="en-ID" sz="1600" dirty="0" err="1"/>
              <a:t>masuk</a:t>
            </a:r>
            <a:r>
              <a:rPr lang="en-ID" sz="1600" dirty="0"/>
              <a:t> dan </a:t>
            </a:r>
            <a:r>
              <a:rPr lang="en-ID" sz="1600" dirty="0" err="1"/>
              <a:t>waktu</a:t>
            </a:r>
            <a:r>
              <a:rPr lang="en-ID" sz="1600" dirty="0"/>
              <a:t> </a:t>
            </a:r>
            <a:r>
              <a:rPr lang="en-ID" sz="1600" dirty="0" err="1"/>
              <a:t>pulang</a:t>
            </a:r>
            <a:r>
              <a:rPr lang="en-ID" sz="1600" dirty="0"/>
              <a:t> yang </a:t>
            </a:r>
            <a:r>
              <a:rPr lang="en-ID" sz="1600" dirty="0" err="1"/>
              <a:t>dimasukkan</a:t>
            </a:r>
            <a:r>
              <a:rPr lang="en-ID" sz="1600" dirty="0"/>
              <a:t> oleh </a:t>
            </a:r>
            <a:r>
              <a:rPr lang="en-ID" sz="1600" dirty="0" err="1"/>
              <a:t>pengguna</a:t>
            </a:r>
            <a:r>
              <a:rPr lang="en-ID" sz="1600" dirty="0"/>
              <a:t> </a:t>
            </a:r>
            <a:r>
              <a:rPr lang="en-ID" sz="1600" dirty="0" err="1"/>
              <a:t>dalam</a:t>
            </a:r>
            <a:r>
              <a:rPr lang="en-ID" sz="1600" dirty="0"/>
              <a:t> format jam dan </a:t>
            </a:r>
            <a:r>
              <a:rPr lang="en-ID" sz="1600" dirty="0" err="1"/>
              <a:t>menit</a:t>
            </a:r>
            <a:r>
              <a:rPr lang="en-ID" sz="1600" dirty="0"/>
              <a:t>.</a:t>
            </a:r>
          </a:p>
          <a:p>
            <a:endParaRPr lang="en-ID" sz="1600" dirty="0"/>
          </a:p>
          <a:p>
            <a:r>
              <a:rPr lang="en-ID" sz="1600" dirty="0" err="1"/>
              <a:t>Pertama</a:t>
            </a:r>
            <a:r>
              <a:rPr lang="en-ID" sz="1600" dirty="0"/>
              <a:t>, program </a:t>
            </a:r>
            <a:r>
              <a:rPr lang="en-ID" sz="1600" dirty="0" err="1"/>
              <a:t>menampilkan</a:t>
            </a:r>
            <a:r>
              <a:rPr lang="en-ID" sz="1600" dirty="0"/>
              <a:t> </a:t>
            </a:r>
            <a:r>
              <a:rPr lang="en-ID" sz="1600" dirty="0" err="1"/>
              <a:t>judul</a:t>
            </a:r>
            <a:r>
              <a:rPr lang="en-ID" sz="1600" dirty="0"/>
              <a:t> dan </a:t>
            </a:r>
            <a:r>
              <a:rPr lang="en-ID" sz="1600" dirty="0" err="1"/>
              <a:t>pesan</a:t>
            </a:r>
            <a:r>
              <a:rPr lang="en-ID" sz="1600" dirty="0"/>
              <a:t> input di </a:t>
            </a:r>
            <a:r>
              <a:rPr lang="en-ID" sz="1600" dirty="0" err="1"/>
              <a:t>layar</a:t>
            </a:r>
            <a:r>
              <a:rPr lang="en-ID" sz="1600" dirty="0"/>
              <a:t>. </a:t>
            </a:r>
            <a:r>
              <a:rPr lang="en-ID" sz="1600" dirty="0" err="1"/>
              <a:t>Pengguna</a:t>
            </a:r>
            <a:r>
              <a:rPr lang="en-ID" sz="1600" dirty="0"/>
              <a:t> </a:t>
            </a:r>
            <a:r>
              <a:rPr lang="en-ID" sz="1600" dirty="0" err="1"/>
              <a:t>diminta</a:t>
            </a:r>
            <a:r>
              <a:rPr lang="en-ID" sz="1600" dirty="0"/>
              <a:t> </a:t>
            </a:r>
            <a:r>
              <a:rPr lang="en-ID" sz="1600" dirty="0" err="1"/>
              <a:t>memasukkan</a:t>
            </a:r>
            <a:r>
              <a:rPr lang="en-ID" sz="1600" dirty="0"/>
              <a:t> jam </a:t>
            </a:r>
            <a:r>
              <a:rPr lang="en-ID" sz="1600" dirty="0" err="1"/>
              <a:t>masuk</a:t>
            </a:r>
            <a:r>
              <a:rPr lang="en-ID" sz="1600" dirty="0"/>
              <a:t>, </a:t>
            </a:r>
            <a:r>
              <a:rPr lang="en-ID" sz="1600" dirty="0" err="1"/>
              <a:t>menit</a:t>
            </a:r>
            <a:r>
              <a:rPr lang="en-ID" sz="1600" dirty="0"/>
              <a:t> </a:t>
            </a:r>
            <a:r>
              <a:rPr lang="en-ID" sz="1600" dirty="0" err="1"/>
              <a:t>masuk</a:t>
            </a:r>
            <a:r>
              <a:rPr lang="en-ID" sz="1600" dirty="0"/>
              <a:t>, jam </a:t>
            </a:r>
            <a:r>
              <a:rPr lang="en-ID" sz="1600" dirty="0" err="1"/>
              <a:t>pulang</a:t>
            </a:r>
            <a:r>
              <a:rPr lang="en-ID" sz="1600" dirty="0"/>
              <a:t>, dan </a:t>
            </a:r>
            <a:r>
              <a:rPr lang="en-ID" sz="1600" dirty="0" err="1"/>
              <a:t>menit</a:t>
            </a:r>
            <a:r>
              <a:rPr lang="en-ID" sz="1600" dirty="0"/>
              <a:t> </a:t>
            </a:r>
            <a:r>
              <a:rPr lang="en-ID" sz="1600" dirty="0" err="1"/>
              <a:t>pulang</a:t>
            </a:r>
            <a:r>
              <a:rPr lang="en-ID" sz="1600" dirty="0"/>
              <a:t>. </a:t>
            </a:r>
            <a:r>
              <a:rPr lang="en-ID" sz="1600" dirty="0" err="1"/>
              <a:t>Setiap</a:t>
            </a:r>
            <a:r>
              <a:rPr lang="en-ID" sz="1600" dirty="0"/>
              <a:t> input </a:t>
            </a:r>
            <a:r>
              <a:rPr lang="en-ID" sz="1600" dirty="0" err="1"/>
              <a:t>dibaca</a:t>
            </a:r>
            <a:r>
              <a:rPr lang="en-ID" sz="1600" dirty="0"/>
              <a:t> </a:t>
            </a:r>
            <a:r>
              <a:rPr lang="en-ID" sz="1600" dirty="0" err="1"/>
              <a:t>menggunakan</a:t>
            </a:r>
            <a:r>
              <a:rPr lang="en-ID" sz="1600" dirty="0"/>
              <a:t> </a:t>
            </a:r>
            <a:r>
              <a:rPr lang="en-ID" sz="1600" dirty="0" err="1"/>
              <a:t>prosedur</a:t>
            </a:r>
            <a:r>
              <a:rPr lang="en-ID" sz="1600" dirty="0"/>
              <a:t> input2Digit, yang </a:t>
            </a:r>
            <a:r>
              <a:rPr lang="en-ID" sz="1600" dirty="0" err="1"/>
              <a:t>memungkinkan</a:t>
            </a:r>
            <a:r>
              <a:rPr lang="en-ID" sz="1600" dirty="0"/>
              <a:t> </a:t>
            </a:r>
            <a:r>
              <a:rPr lang="en-ID" sz="1600" dirty="0" err="1"/>
              <a:t>pengguna</a:t>
            </a:r>
            <a:r>
              <a:rPr lang="en-ID" sz="1600" dirty="0"/>
              <a:t> </a:t>
            </a:r>
            <a:r>
              <a:rPr lang="en-ID" sz="1600" dirty="0" err="1"/>
              <a:t>memasukkan</a:t>
            </a:r>
            <a:r>
              <a:rPr lang="en-ID" sz="1600" dirty="0"/>
              <a:t> 1 </a:t>
            </a:r>
            <a:r>
              <a:rPr lang="en-ID" sz="1600" dirty="0" err="1"/>
              <a:t>atau</a:t>
            </a:r>
            <a:r>
              <a:rPr lang="en-ID" sz="1600" dirty="0"/>
              <a:t> 2 digit </a:t>
            </a:r>
            <a:r>
              <a:rPr lang="en-ID" sz="1600" dirty="0" err="1"/>
              <a:t>angka</a:t>
            </a:r>
            <a:r>
              <a:rPr lang="en-ID" sz="1600" dirty="0"/>
              <a:t>, </a:t>
            </a:r>
            <a:r>
              <a:rPr lang="en-ID" sz="1600" dirty="0" err="1"/>
              <a:t>lalu</a:t>
            </a:r>
            <a:r>
              <a:rPr lang="en-ID" sz="1600" dirty="0"/>
              <a:t> </a:t>
            </a:r>
            <a:r>
              <a:rPr lang="en-ID" sz="1600" dirty="0" err="1"/>
              <a:t>mengubahnya</a:t>
            </a:r>
            <a:r>
              <a:rPr lang="en-ID" sz="1600" dirty="0"/>
              <a:t> </a:t>
            </a:r>
            <a:r>
              <a:rPr lang="en-ID" sz="1600" dirty="0" err="1"/>
              <a:t>dari</a:t>
            </a:r>
            <a:r>
              <a:rPr lang="en-ID" sz="1600" dirty="0"/>
              <a:t> </a:t>
            </a:r>
            <a:r>
              <a:rPr lang="en-ID" sz="1600" dirty="0" err="1"/>
              <a:t>karakter</a:t>
            </a:r>
            <a:r>
              <a:rPr lang="en-ID" sz="1600" dirty="0"/>
              <a:t> </a:t>
            </a:r>
            <a:r>
              <a:rPr lang="en-ID" sz="1600" dirty="0" err="1"/>
              <a:t>menjadi</a:t>
            </a:r>
            <a:r>
              <a:rPr lang="en-ID" sz="1600" dirty="0"/>
              <a:t> </a:t>
            </a:r>
            <a:r>
              <a:rPr lang="en-ID" sz="1600" dirty="0" err="1"/>
              <a:t>nilai</a:t>
            </a:r>
            <a:r>
              <a:rPr lang="en-ID" sz="1600" dirty="0"/>
              <a:t> </a:t>
            </a:r>
            <a:r>
              <a:rPr lang="en-ID" sz="1600" dirty="0" err="1"/>
              <a:t>angka</a:t>
            </a:r>
            <a:r>
              <a:rPr lang="en-ID" sz="1600" dirty="0"/>
              <a:t> yang </a:t>
            </a:r>
            <a:r>
              <a:rPr lang="en-ID" sz="1600" dirty="0" err="1"/>
              <a:t>bisa</a:t>
            </a:r>
            <a:r>
              <a:rPr lang="en-ID" sz="1600" dirty="0"/>
              <a:t> </a:t>
            </a:r>
            <a:r>
              <a:rPr lang="en-ID" sz="1600" dirty="0" err="1"/>
              <a:t>dihitung</a:t>
            </a:r>
            <a:r>
              <a:rPr lang="en-ID" sz="1600" dirty="0"/>
              <a:t> oleh </a:t>
            </a:r>
            <a:r>
              <a:rPr lang="en-ID" sz="1600" dirty="0" err="1"/>
              <a:t>komputer</a:t>
            </a:r>
            <a:r>
              <a:rPr lang="en-ID" sz="1600" dirty="0"/>
              <a:t>.</a:t>
            </a:r>
          </a:p>
          <a:p>
            <a:endParaRPr lang="en-ID" sz="1600" dirty="0"/>
          </a:p>
          <a:p>
            <a:r>
              <a:rPr lang="en-ID" sz="1600" dirty="0" err="1"/>
              <a:t>Setelah</a:t>
            </a:r>
            <a:r>
              <a:rPr lang="en-ID" sz="1600" dirty="0"/>
              <a:t> </a:t>
            </a:r>
            <a:r>
              <a:rPr lang="en-ID" sz="1600" dirty="0" err="1"/>
              <a:t>semua</a:t>
            </a:r>
            <a:r>
              <a:rPr lang="en-ID" sz="1600" dirty="0"/>
              <a:t> data </a:t>
            </a:r>
            <a:r>
              <a:rPr lang="en-ID" sz="1600" dirty="0" err="1"/>
              <a:t>waktu</a:t>
            </a:r>
            <a:r>
              <a:rPr lang="en-ID" sz="1600" dirty="0"/>
              <a:t> </a:t>
            </a:r>
            <a:r>
              <a:rPr lang="en-ID" sz="1600" dirty="0" err="1"/>
              <a:t>diterima</a:t>
            </a:r>
            <a:r>
              <a:rPr lang="en-ID" sz="1600" dirty="0"/>
              <a:t>, program </a:t>
            </a:r>
            <a:r>
              <a:rPr lang="en-ID" sz="1600" dirty="0" err="1"/>
              <a:t>mulai</a:t>
            </a:r>
            <a:r>
              <a:rPr lang="en-ID" sz="1600" dirty="0"/>
              <a:t> </a:t>
            </a:r>
            <a:r>
              <a:rPr lang="en-ID" sz="1600" dirty="0" err="1"/>
              <a:t>melakukan</a:t>
            </a:r>
            <a:r>
              <a:rPr lang="en-ID" sz="1600" dirty="0"/>
              <a:t> </a:t>
            </a:r>
            <a:r>
              <a:rPr lang="en-ID" sz="1600" dirty="0" err="1"/>
              <a:t>perhitungan</a:t>
            </a:r>
            <a:r>
              <a:rPr lang="en-ID" sz="1600" dirty="0"/>
              <a:t> </a:t>
            </a:r>
            <a:r>
              <a:rPr lang="en-ID" sz="1600" dirty="0" err="1"/>
              <a:t>selisih</a:t>
            </a:r>
            <a:r>
              <a:rPr lang="en-ID" sz="1600" dirty="0"/>
              <a:t> </a:t>
            </a:r>
            <a:r>
              <a:rPr lang="en-ID" sz="1600" dirty="0" err="1"/>
              <a:t>waktu</a:t>
            </a:r>
            <a:r>
              <a:rPr lang="en-ID" sz="1600" dirty="0"/>
              <a:t>. </a:t>
            </a:r>
            <a:r>
              <a:rPr lang="en-ID" sz="1600" dirty="0" err="1"/>
              <a:t>Perhitungan</a:t>
            </a:r>
            <a:r>
              <a:rPr lang="en-ID" sz="1600" dirty="0"/>
              <a:t> </a:t>
            </a:r>
            <a:r>
              <a:rPr lang="en-ID" sz="1600" dirty="0" err="1"/>
              <a:t>dimulai</a:t>
            </a:r>
            <a:r>
              <a:rPr lang="en-ID" sz="1600" dirty="0"/>
              <a:t> </a:t>
            </a:r>
            <a:r>
              <a:rPr lang="en-ID" sz="1600" dirty="0" err="1"/>
              <a:t>dari</a:t>
            </a:r>
            <a:r>
              <a:rPr lang="en-ID" sz="1600" dirty="0"/>
              <a:t> </a:t>
            </a:r>
            <a:r>
              <a:rPr lang="en-ID" sz="1600" dirty="0" err="1"/>
              <a:t>menit</a:t>
            </a:r>
            <a:r>
              <a:rPr lang="en-ID" sz="1600" dirty="0"/>
              <a:t>. Jika </a:t>
            </a:r>
            <a:r>
              <a:rPr lang="en-ID" sz="1600" dirty="0" err="1"/>
              <a:t>menit</a:t>
            </a:r>
            <a:r>
              <a:rPr lang="en-ID" sz="1600" dirty="0"/>
              <a:t> </a:t>
            </a:r>
            <a:r>
              <a:rPr lang="en-ID" sz="1600" dirty="0" err="1"/>
              <a:t>pulang</a:t>
            </a:r>
            <a:r>
              <a:rPr lang="en-ID" sz="1600" dirty="0"/>
              <a:t> </a:t>
            </a:r>
            <a:r>
              <a:rPr lang="en-ID" sz="1600" dirty="0" err="1"/>
              <a:t>lebih</a:t>
            </a:r>
            <a:r>
              <a:rPr lang="en-ID" sz="1600" dirty="0"/>
              <a:t> </a:t>
            </a:r>
            <a:r>
              <a:rPr lang="en-ID" sz="1600" dirty="0" err="1"/>
              <a:t>kecil</a:t>
            </a:r>
            <a:r>
              <a:rPr lang="en-ID" sz="1600" dirty="0"/>
              <a:t> </a:t>
            </a:r>
            <a:r>
              <a:rPr lang="en-ID" sz="1600" dirty="0" err="1"/>
              <a:t>dari</a:t>
            </a:r>
            <a:r>
              <a:rPr lang="en-ID" sz="1600" dirty="0"/>
              <a:t> </a:t>
            </a:r>
            <a:r>
              <a:rPr lang="en-ID" sz="1600" dirty="0" err="1"/>
              <a:t>menit</a:t>
            </a:r>
            <a:r>
              <a:rPr lang="en-ID" sz="1600" dirty="0"/>
              <a:t> </a:t>
            </a:r>
            <a:r>
              <a:rPr lang="en-ID" sz="1600" dirty="0" err="1"/>
              <a:t>masuk</a:t>
            </a:r>
            <a:r>
              <a:rPr lang="en-ID" sz="1600" dirty="0"/>
              <a:t>, </a:t>
            </a:r>
            <a:r>
              <a:rPr lang="en-ID" sz="1600" dirty="0" err="1"/>
              <a:t>berarti</a:t>
            </a:r>
            <a:r>
              <a:rPr lang="en-ID" sz="1600" dirty="0"/>
              <a:t> </a:t>
            </a:r>
            <a:r>
              <a:rPr lang="en-ID" sz="1600" dirty="0" err="1"/>
              <a:t>terjadi</a:t>
            </a:r>
            <a:r>
              <a:rPr lang="en-ID" sz="1600" dirty="0"/>
              <a:t> </a:t>
            </a:r>
            <a:r>
              <a:rPr lang="en-ID" sz="1600" dirty="0" err="1"/>
              <a:t>peminjaman</a:t>
            </a:r>
            <a:r>
              <a:rPr lang="en-ID" sz="1600" dirty="0"/>
              <a:t> </a:t>
            </a:r>
            <a:r>
              <a:rPr lang="en-ID" sz="1600" dirty="0" err="1"/>
              <a:t>waktu</a:t>
            </a:r>
            <a:r>
              <a:rPr lang="en-ID" sz="1600" dirty="0"/>
              <a:t>, </a:t>
            </a:r>
            <a:r>
              <a:rPr lang="en-ID" sz="1600" dirty="0" err="1"/>
              <a:t>sehingga</a:t>
            </a:r>
            <a:r>
              <a:rPr lang="en-ID" sz="1600" dirty="0"/>
              <a:t> program </a:t>
            </a:r>
            <a:r>
              <a:rPr lang="en-ID" sz="1600" dirty="0" err="1"/>
              <a:t>menambahkan</a:t>
            </a:r>
            <a:r>
              <a:rPr lang="en-ID" sz="1600" dirty="0"/>
              <a:t> 60 </a:t>
            </a:r>
            <a:r>
              <a:rPr lang="en-ID" sz="1600" dirty="0" err="1"/>
              <a:t>menit</a:t>
            </a:r>
            <a:r>
              <a:rPr lang="en-ID" sz="1600" dirty="0"/>
              <a:t> dan </a:t>
            </a:r>
            <a:r>
              <a:rPr lang="en-ID" sz="1600" dirty="0" err="1"/>
              <a:t>mengurangi</a:t>
            </a:r>
            <a:r>
              <a:rPr lang="en-ID" sz="1600" dirty="0"/>
              <a:t> 1 jam </a:t>
            </a:r>
            <a:r>
              <a:rPr lang="en-ID" sz="1600" dirty="0" err="1"/>
              <a:t>dari</a:t>
            </a:r>
            <a:r>
              <a:rPr lang="en-ID" sz="1600" dirty="0"/>
              <a:t> jam </a:t>
            </a:r>
            <a:r>
              <a:rPr lang="en-ID" sz="1600" dirty="0" err="1"/>
              <a:t>pulang</a:t>
            </a:r>
            <a:r>
              <a:rPr lang="en-ID" sz="1600" dirty="0"/>
              <a:t>. Cara </a:t>
            </a:r>
            <a:r>
              <a:rPr lang="en-ID" sz="1600" dirty="0" err="1"/>
              <a:t>ini</a:t>
            </a:r>
            <a:r>
              <a:rPr lang="en-ID" sz="1600" dirty="0"/>
              <a:t> </a:t>
            </a:r>
            <a:r>
              <a:rPr lang="en-ID" sz="1600" dirty="0" err="1"/>
              <a:t>memastikan</a:t>
            </a:r>
            <a:r>
              <a:rPr lang="en-ID" sz="1600" dirty="0"/>
              <a:t> </a:t>
            </a:r>
            <a:r>
              <a:rPr lang="en-ID" sz="1600" dirty="0" err="1"/>
              <a:t>hasil</a:t>
            </a:r>
            <a:r>
              <a:rPr lang="en-ID" sz="1600" dirty="0"/>
              <a:t> </a:t>
            </a:r>
            <a:r>
              <a:rPr lang="en-ID" sz="1600" dirty="0" err="1"/>
              <a:t>menit</a:t>
            </a:r>
            <a:r>
              <a:rPr lang="en-ID" sz="1600" dirty="0"/>
              <a:t> </a:t>
            </a:r>
            <a:r>
              <a:rPr lang="en-ID" sz="1600" dirty="0" err="1"/>
              <a:t>tidak</a:t>
            </a:r>
            <a:r>
              <a:rPr lang="en-ID" sz="1600" dirty="0"/>
              <a:t> </a:t>
            </a:r>
            <a:r>
              <a:rPr lang="en-ID" sz="1600" dirty="0" err="1"/>
              <a:t>bernilai</a:t>
            </a:r>
            <a:r>
              <a:rPr lang="en-ID" sz="1600" dirty="0"/>
              <a:t> </a:t>
            </a:r>
            <a:r>
              <a:rPr lang="en-ID" sz="1600" dirty="0" err="1"/>
              <a:t>negatif</a:t>
            </a:r>
            <a:r>
              <a:rPr lang="en-ID" sz="1600" dirty="0"/>
              <a:t>.</a:t>
            </a:r>
          </a:p>
          <a:p>
            <a:r>
              <a:rPr lang="en-ID" sz="1600" dirty="0" err="1"/>
              <a:t>Selanjutnya</a:t>
            </a:r>
            <a:r>
              <a:rPr lang="en-ID" sz="1600" dirty="0"/>
              <a:t>, program </a:t>
            </a:r>
            <a:r>
              <a:rPr lang="en-ID" sz="1600" dirty="0" err="1"/>
              <a:t>menghitung</a:t>
            </a:r>
            <a:r>
              <a:rPr lang="en-ID" sz="1600" dirty="0"/>
              <a:t> </a:t>
            </a:r>
            <a:r>
              <a:rPr lang="en-ID" sz="1600" dirty="0" err="1"/>
              <a:t>selisih</a:t>
            </a:r>
            <a:r>
              <a:rPr lang="en-ID" sz="1600" dirty="0"/>
              <a:t> jam </a:t>
            </a:r>
            <a:r>
              <a:rPr lang="en-ID" sz="1600" dirty="0" err="1"/>
              <a:t>dengan</a:t>
            </a:r>
            <a:r>
              <a:rPr lang="en-ID" sz="1600" dirty="0"/>
              <a:t> </a:t>
            </a:r>
            <a:r>
              <a:rPr lang="en-ID" sz="1600" dirty="0" err="1"/>
              <a:t>mengurangkan</a:t>
            </a:r>
            <a:r>
              <a:rPr lang="en-ID" sz="1600" dirty="0"/>
              <a:t> jam </a:t>
            </a:r>
            <a:r>
              <a:rPr lang="en-ID" sz="1600" dirty="0" err="1"/>
              <a:t>masuk</a:t>
            </a:r>
            <a:r>
              <a:rPr lang="en-ID" sz="1600" dirty="0"/>
              <a:t> </a:t>
            </a:r>
            <a:r>
              <a:rPr lang="en-ID" sz="1600" dirty="0" err="1"/>
              <a:t>dari</a:t>
            </a:r>
            <a:r>
              <a:rPr lang="en-ID" sz="1600" dirty="0"/>
              <a:t> jam </a:t>
            </a:r>
            <a:r>
              <a:rPr lang="en-ID" sz="1600" dirty="0" err="1"/>
              <a:t>pulang</a:t>
            </a:r>
            <a:r>
              <a:rPr lang="en-ID" sz="1600" dirty="0"/>
              <a:t> yang </a:t>
            </a:r>
            <a:r>
              <a:rPr lang="en-ID" sz="1600" dirty="0" err="1"/>
              <a:t>sudah</a:t>
            </a:r>
            <a:r>
              <a:rPr lang="en-ID" sz="1600" dirty="0"/>
              <a:t> </a:t>
            </a:r>
            <a:r>
              <a:rPr lang="en-ID" sz="1600" dirty="0" err="1"/>
              <a:t>disesuaikan</a:t>
            </a:r>
            <a:r>
              <a:rPr lang="en-ID" sz="1600" dirty="0"/>
              <a:t>. Hasil </a:t>
            </a:r>
            <a:r>
              <a:rPr lang="en-ID" sz="1600" dirty="0" err="1"/>
              <a:t>perhitungan</a:t>
            </a:r>
            <a:r>
              <a:rPr lang="en-ID" sz="1600" dirty="0"/>
              <a:t> jam dan </a:t>
            </a:r>
            <a:r>
              <a:rPr lang="en-ID" sz="1600" dirty="0" err="1"/>
              <a:t>menit</a:t>
            </a:r>
            <a:r>
              <a:rPr lang="en-ID" sz="1600" dirty="0"/>
              <a:t> </a:t>
            </a:r>
            <a:r>
              <a:rPr lang="en-ID" sz="1600" dirty="0" err="1"/>
              <a:t>disimpan</a:t>
            </a:r>
            <a:r>
              <a:rPr lang="en-ID" sz="1600" dirty="0"/>
              <a:t> </a:t>
            </a:r>
            <a:r>
              <a:rPr lang="en-ID" sz="1600" dirty="0" err="1"/>
              <a:t>dalam</a:t>
            </a:r>
            <a:r>
              <a:rPr lang="en-ID" sz="1600" dirty="0"/>
              <a:t> </a:t>
            </a:r>
            <a:r>
              <a:rPr lang="en-ID" sz="1600" dirty="0" err="1"/>
              <a:t>variabel</a:t>
            </a:r>
            <a:r>
              <a:rPr lang="en-ID" sz="1600" dirty="0"/>
              <a:t> </a:t>
            </a:r>
            <a:r>
              <a:rPr lang="en-ID" sz="1600" dirty="0" err="1"/>
              <a:t>totalJam</a:t>
            </a:r>
            <a:r>
              <a:rPr lang="en-ID" sz="1600" dirty="0"/>
              <a:t> dan </a:t>
            </a:r>
            <a:r>
              <a:rPr lang="en-ID" sz="1600" dirty="0" err="1"/>
              <a:t>totalMenit</a:t>
            </a:r>
            <a:r>
              <a:rPr lang="en-ID" sz="1600" dirty="0"/>
              <a:t>.</a:t>
            </a:r>
          </a:p>
          <a:p>
            <a:endParaRPr lang="en-ID" sz="1600" dirty="0"/>
          </a:p>
          <a:p>
            <a:r>
              <a:rPr lang="en-ID" sz="1600" dirty="0"/>
              <a:t>Terakhir, program </a:t>
            </a:r>
            <a:r>
              <a:rPr lang="en-ID" sz="1600" dirty="0" err="1"/>
              <a:t>menampilkan</a:t>
            </a:r>
            <a:r>
              <a:rPr lang="en-ID" sz="1600" dirty="0"/>
              <a:t> total jam </a:t>
            </a:r>
            <a:r>
              <a:rPr lang="en-ID" sz="1600" dirty="0" err="1"/>
              <a:t>kerja</a:t>
            </a:r>
            <a:r>
              <a:rPr lang="en-ID" sz="1600" dirty="0"/>
              <a:t> </a:t>
            </a:r>
            <a:r>
              <a:rPr lang="en-ID" sz="1600" dirty="0" err="1"/>
              <a:t>ke</a:t>
            </a:r>
            <a:r>
              <a:rPr lang="en-ID" sz="1600" dirty="0"/>
              <a:t> </a:t>
            </a:r>
            <a:r>
              <a:rPr lang="en-ID" sz="1600" dirty="0" err="1"/>
              <a:t>layar</a:t>
            </a:r>
            <a:r>
              <a:rPr lang="en-ID" sz="1600" dirty="0"/>
              <a:t> </a:t>
            </a:r>
            <a:r>
              <a:rPr lang="en-ID" sz="1600" dirty="0" err="1"/>
              <a:t>dalam</a:t>
            </a:r>
            <a:r>
              <a:rPr lang="en-ID" sz="1600" dirty="0"/>
              <a:t> </a:t>
            </a:r>
            <a:r>
              <a:rPr lang="en-ID" sz="1600" dirty="0" err="1"/>
              <a:t>bentuk</a:t>
            </a:r>
            <a:r>
              <a:rPr lang="en-ID" sz="1600" dirty="0"/>
              <a:t> jam dan </a:t>
            </a:r>
            <a:r>
              <a:rPr lang="en-ID" sz="1600" dirty="0" err="1"/>
              <a:t>menit</a:t>
            </a:r>
            <a:r>
              <a:rPr lang="en-ID" sz="1600" dirty="0"/>
              <a:t> </a:t>
            </a:r>
            <a:r>
              <a:rPr lang="en-ID" sz="1600" dirty="0" err="1"/>
              <a:t>menggunakan</a:t>
            </a:r>
            <a:r>
              <a:rPr lang="en-ID" sz="1600" dirty="0"/>
              <a:t> </a:t>
            </a:r>
            <a:r>
              <a:rPr lang="en-ID" sz="1600" dirty="0" err="1"/>
              <a:t>prosedur</a:t>
            </a:r>
            <a:r>
              <a:rPr lang="en-ID" sz="1600" dirty="0"/>
              <a:t> </a:t>
            </a:r>
            <a:r>
              <a:rPr lang="en-ID" sz="1600" dirty="0" err="1"/>
              <a:t>printNumber</a:t>
            </a:r>
            <a:r>
              <a:rPr lang="en-ID" sz="1600" dirty="0"/>
              <a:t>, </a:t>
            </a:r>
            <a:r>
              <a:rPr lang="en-ID" sz="1600" dirty="0" err="1"/>
              <a:t>lalu</a:t>
            </a:r>
            <a:r>
              <a:rPr lang="en-ID" sz="1600" dirty="0"/>
              <a:t> program </a:t>
            </a:r>
            <a:r>
              <a:rPr lang="en-ID" sz="1600" dirty="0" err="1"/>
              <a:t>diakhiri</a:t>
            </a:r>
            <a:r>
              <a:rPr lang="en-ID" sz="1600" dirty="0"/>
              <a:t> </a:t>
            </a:r>
            <a:r>
              <a:rPr lang="en-ID" sz="1600" dirty="0" err="1"/>
              <a:t>dengan</a:t>
            </a:r>
            <a:r>
              <a:rPr lang="en-ID" sz="1600" dirty="0"/>
              <a:t> </a:t>
            </a:r>
            <a:r>
              <a:rPr lang="en-ID" sz="1600" dirty="0" err="1"/>
              <a:t>perintah</a:t>
            </a:r>
            <a:r>
              <a:rPr lang="en-ID" sz="1600" dirty="0"/>
              <a:t> </a:t>
            </a:r>
            <a:r>
              <a:rPr lang="en-ID" sz="1600" dirty="0" err="1"/>
              <a:t>keluar</a:t>
            </a:r>
            <a:r>
              <a:rPr lang="en-ID" sz="1600" dirty="0"/>
              <a:t> </a:t>
            </a:r>
            <a:r>
              <a:rPr lang="en-ID" sz="1600" dirty="0" err="1"/>
              <a:t>ke</a:t>
            </a:r>
            <a:r>
              <a:rPr lang="en-ID" sz="1600" dirty="0"/>
              <a:t> </a:t>
            </a:r>
            <a:r>
              <a:rPr lang="en-ID" sz="1600" dirty="0" err="1"/>
              <a:t>sistem</a:t>
            </a:r>
            <a:r>
              <a:rPr lang="en-ID" sz="1600" dirty="0"/>
              <a:t> DOS.</a:t>
            </a:r>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sp>
        <p:nvSpPr>
          <p:cNvPr id="11" name="Rectangle 10">
            <a:extLst>
              <a:ext uri="{FF2B5EF4-FFF2-40B4-BE49-F238E27FC236}">
                <a16:creationId xmlns:a16="http://schemas.microsoft.com/office/drawing/2014/main" id="{42957ACD-2517-869B-F904-3E2B52CEE2EA}"/>
              </a:ext>
            </a:extLst>
          </p:cNvPr>
          <p:cNvSpPr/>
          <p:nvPr/>
        </p:nvSpPr>
        <p:spPr>
          <a:xfrm>
            <a:off x="4302492" y="267101"/>
            <a:ext cx="4658628" cy="6323798"/>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Rectangle 11">
            <a:extLst>
              <a:ext uri="{FF2B5EF4-FFF2-40B4-BE49-F238E27FC236}">
                <a16:creationId xmlns:a16="http://schemas.microsoft.com/office/drawing/2014/main" id="{74295275-80C4-9749-0F4A-D98A7862F8F8}"/>
              </a:ext>
            </a:extLst>
          </p:cNvPr>
          <p:cNvSpPr/>
          <p:nvPr/>
        </p:nvSpPr>
        <p:spPr>
          <a:xfrm>
            <a:off x="134754" y="267100"/>
            <a:ext cx="4081111" cy="6323797"/>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
        <p:nvSpPr>
          <p:cNvPr id="15" name="Rectangle 14">
            <a:extLst>
              <a:ext uri="{FF2B5EF4-FFF2-40B4-BE49-F238E27FC236}">
                <a16:creationId xmlns:a16="http://schemas.microsoft.com/office/drawing/2014/main" id="{5BF56B54-E47E-A1A2-D3A0-7D9B062DE475}"/>
              </a:ext>
            </a:extLst>
          </p:cNvPr>
          <p:cNvSpPr/>
          <p:nvPr/>
        </p:nvSpPr>
        <p:spPr>
          <a:xfrm>
            <a:off x="340093" y="2919413"/>
            <a:ext cx="11511814" cy="3837522"/>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6" name="TextBox 15">
            <a:extLst>
              <a:ext uri="{FF2B5EF4-FFF2-40B4-BE49-F238E27FC236}">
                <a16:creationId xmlns:a16="http://schemas.microsoft.com/office/drawing/2014/main" id="{DB12BA3A-91AC-2C55-1184-3EC750317AD9}"/>
              </a:ext>
            </a:extLst>
          </p:cNvPr>
          <p:cNvSpPr txBox="1"/>
          <p:nvPr/>
        </p:nvSpPr>
        <p:spPr>
          <a:xfrm>
            <a:off x="490888" y="457199"/>
            <a:ext cx="10462661" cy="2462213"/>
          </a:xfrm>
          <a:prstGeom prst="rect">
            <a:avLst/>
          </a:prstGeom>
          <a:noFill/>
        </p:spPr>
        <p:txBody>
          <a:bodyPr wrap="square" rtlCol="0">
            <a:spAutoFit/>
          </a:bodyPr>
          <a:lstStyle/>
          <a:p>
            <a:r>
              <a:rPr lang="en-ID" sz="1400" b="1" dirty="0"/>
              <a:t>Penjelasan </a:t>
            </a:r>
            <a:r>
              <a:rPr lang="en-ID" sz="1400" b="1" dirty="0" err="1"/>
              <a:t>Setelah</a:t>
            </a:r>
            <a:r>
              <a:rPr lang="en-ID" sz="1400" b="1" dirty="0"/>
              <a:t> Program </a:t>
            </a:r>
            <a:r>
              <a:rPr lang="en-ID" sz="1400" b="1" dirty="0" err="1"/>
              <a:t>Ditampilkan</a:t>
            </a:r>
            <a:endParaRPr lang="en-ID" sz="1400" dirty="0"/>
          </a:p>
          <a:p>
            <a:r>
              <a:rPr lang="en-ID" sz="1400" dirty="0" err="1"/>
              <a:t>Setelah</a:t>
            </a:r>
            <a:r>
              <a:rPr lang="en-ID" sz="1400" dirty="0"/>
              <a:t> program </a:t>
            </a:r>
            <a:r>
              <a:rPr lang="en-ID" sz="1400" dirty="0" err="1"/>
              <a:t>dijalankan</a:t>
            </a:r>
            <a:r>
              <a:rPr lang="en-ID" sz="1400" dirty="0"/>
              <a:t>, </a:t>
            </a:r>
            <a:r>
              <a:rPr lang="en-ID" sz="1400" dirty="0" err="1"/>
              <a:t>layar</a:t>
            </a:r>
            <a:r>
              <a:rPr lang="en-ID" sz="1400" dirty="0"/>
              <a:t> </a:t>
            </a:r>
            <a:r>
              <a:rPr lang="en-ID" sz="1400" dirty="0" err="1"/>
              <a:t>menampilkan</a:t>
            </a:r>
            <a:r>
              <a:rPr lang="en-ID" sz="1400" dirty="0"/>
              <a:t> </a:t>
            </a:r>
            <a:r>
              <a:rPr lang="en-ID" sz="1400" dirty="0" err="1"/>
              <a:t>judul</a:t>
            </a:r>
            <a:r>
              <a:rPr lang="en-ID" sz="1400" dirty="0"/>
              <a:t> “HITUNG TOTAL JAM KERJA” </a:t>
            </a:r>
            <a:r>
              <a:rPr lang="en-ID" sz="1400" dirty="0" err="1"/>
              <a:t>sebagai</a:t>
            </a:r>
            <a:r>
              <a:rPr lang="en-ID" sz="1400" dirty="0"/>
              <a:t> </a:t>
            </a:r>
            <a:r>
              <a:rPr lang="en-ID" sz="1400" dirty="0" err="1"/>
              <a:t>informasi</a:t>
            </a:r>
            <a:r>
              <a:rPr lang="en-ID" sz="1400" dirty="0"/>
              <a:t> </a:t>
            </a:r>
            <a:r>
              <a:rPr lang="en-ID" sz="1400" dirty="0" err="1"/>
              <a:t>bahwa</a:t>
            </a:r>
            <a:r>
              <a:rPr lang="en-ID" sz="1400" dirty="0"/>
              <a:t> program </a:t>
            </a:r>
            <a:r>
              <a:rPr lang="en-ID" sz="1400" dirty="0" err="1"/>
              <a:t>digunakan</a:t>
            </a:r>
            <a:r>
              <a:rPr lang="en-ID" sz="1400" dirty="0"/>
              <a:t> </a:t>
            </a:r>
            <a:r>
              <a:rPr lang="en-ID" sz="1400" dirty="0" err="1"/>
              <a:t>untuk</a:t>
            </a:r>
            <a:r>
              <a:rPr lang="en-ID" sz="1400" dirty="0"/>
              <a:t> </a:t>
            </a:r>
            <a:r>
              <a:rPr lang="en-ID" sz="1400" dirty="0" err="1"/>
              <a:t>menghitung</a:t>
            </a:r>
            <a:r>
              <a:rPr lang="en-ID" sz="1400" dirty="0"/>
              <a:t> </a:t>
            </a:r>
            <a:r>
              <a:rPr lang="en-ID" sz="1400" dirty="0" err="1"/>
              <a:t>durasi</a:t>
            </a:r>
            <a:r>
              <a:rPr lang="en-ID" sz="1400" dirty="0"/>
              <a:t> </a:t>
            </a:r>
            <a:r>
              <a:rPr lang="en-ID" sz="1400" dirty="0" err="1"/>
              <a:t>waktu</a:t>
            </a:r>
            <a:r>
              <a:rPr lang="en-ID" sz="1400" dirty="0"/>
              <a:t> </a:t>
            </a:r>
            <a:r>
              <a:rPr lang="en-ID" sz="1400" dirty="0" err="1"/>
              <a:t>kerja</a:t>
            </a:r>
            <a:r>
              <a:rPr lang="en-ID" sz="1400" dirty="0"/>
              <a:t>. </a:t>
            </a:r>
            <a:r>
              <a:rPr lang="en-ID" sz="1400" dirty="0" err="1"/>
              <a:t>Selanjutnya</a:t>
            </a:r>
            <a:r>
              <a:rPr lang="en-ID" sz="1400" dirty="0"/>
              <a:t>, program </a:t>
            </a:r>
            <a:r>
              <a:rPr lang="en-ID" sz="1400" dirty="0" err="1"/>
              <a:t>meminta</a:t>
            </a:r>
            <a:r>
              <a:rPr lang="en-ID" sz="1400" dirty="0"/>
              <a:t> </a:t>
            </a:r>
            <a:r>
              <a:rPr lang="en-ID" sz="1400" dirty="0" err="1"/>
              <a:t>pengguna</a:t>
            </a:r>
            <a:r>
              <a:rPr lang="en-ID" sz="1400" dirty="0"/>
              <a:t> </a:t>
            </a:r>
            <a:r>
              <a:rPr lang="en-ID" sz="1400" dirty="0" err="1"/>
              <a:t>memasukkan</a:t>
            </a:r>
            <a:r>
              <a:rPr lang="en-ID" sz="1400" dirty="0"/>
              <a:t> jam dan </a:t>
            </a:r>
            <a:r>
              <a:rPr lang="en-ID" sz="1400" dirty="0" err="1"/>
              <a:t>menit</a:t>
            </a:r>
            <a:r>
              <a:rPr lang="en-ID" sz="1400" dirty="0"/>
              <a:t> </a:t>
            </a:r>
            <a:r>
              <a:rPr lang="en-ID" sz="1400" dirty="0" err="1"/>
              <a:t>masuk</a:t>
            </a:r>
            <a:r>
              <a:rPr lang="en-ID" sz="1400" dirty="0"/>
              <a:t> </a:t>
            </a:r>
            <a:r>
              <a:rPr lang="en-ID" sz="1400" dirty="0" err="1"/>
              <a:t>serta</a:t>
            </a:r>
            <a:r>
              <a:rPr lang="en-ID" sz="1400" dirty="0"/>
              <a:t> jam dan </a:t>
            </a:r>
            <a:r>
              <a:rPr lang="en-ID" sz="1400" dirty="0" err="1"/>
              <a:t>menit</a:t>
            </a:r>
            <a:r>
              <a:rPr lang="en-ID" sz="1400" dirty="0"/>
              <a:t> </a:t>
            </a:r>
            <a:r>
              <a:rPr lang="en-ID" sz="1400" dirty="0" err="1"/>
              <a:t>pulang</a:t>
            </a:r>
            <a:r>
              <a:rPr lang="en-ID" sz="1400" dirty="0"/>
              <a:t>.</a:t>
            </a:r>
          </a:p>
          <a:p>
            <a:r>
              <a:rPr lang="en-ID" sz="1400" dirty="0"/>
              <a:t>Pada </a:t>
            </a:r>
            <a:r>
              <a:rPr lang="en-ID" sz="1400" dirty="0" err="1"/>
              <a:t>contoh</a:t>
            </a:r>
            <a:r>
              <a:rPr lang="en-ID" sz="1400" dirty="0"/>
              <a:t> </a:t>
            </a:r>
            <a:r>
              <a:rPr lang="en-ID" sz="1400" dirty="0" err="1"/>
              <a:t>tampilan</a:t>
            </a:r>
            <a:r>
              <a:rPr lang="en-ID" sz="1400" dirty="0"/>
              <a:t>, </a:t>
            </a:r>
            <a:r>
              <a:rPr lang="en-ID" sz="1400" dirty="0" err="1"/>
              <a:t>pengguna</a:t>
            </a:r>
            <a:r>
              <a:rPr lang="en-ID" sz="1400" dirty="0"/>
              <a:t> </a:t>
            </a:r>
            <a:r>
              <a:rPr lang="en-ID" sz="1400" dirty="0" err="1"/>
              <a:t>memasukkan</a:t>
            </a:r>
            <a:r>
              <a:rPr lang="en-ID" sz="1400" dirty="0"/>
              <a:t> jam </a:t>
            </a:r>
            <a:r>
              <a:rPr lang="en-ID" sz="1400" dirty="0" err="1"/>
              <a:t>masuk</a:t>
            </a:r>
            <a:r>
              <a:rPr lang="en-ID" sz="1400" dirty="0"/>
              <a:t> 10:35 dan jam </a:t>
            </a:r>
            <a:r>
              <a:rPr lang="en-ID" sz="1400" dirty="0" err="1"/>
              <a:t>pulang</a:t>
            </a:r>
            <a:r>
              <a:rPr lang="en-ID" sz="1400" dirty="0"/>
              <a:t> 17:40. </a:t>
            </a:r>
            <a:r>
              <a:rPr lang="en-ID" sz="1400" dirty="0" err="1"/>
              <a:t>Setelah</a:t>
            </a:r>
            <a:r>
              <a:rPr lang="en-ID" sz="1400" dirty="0"/>
              <a:t> </a:t>
            </a:r>
            <a:r>
              <a:rPr lang="en-ID" sz="1400" dirty="0" err="1"/>
              <a:t>semua</a:t>
            </a:r>
            <a:r>
              <a:rPr lang="en-ID" sz="1400" dirty="0"/>
              <a:t> data </a:t>
            </a:r>
            <a:r>
              <a:rPr lang="en-ID" sz="1400" dirty="0" err="1"/>
              <a:t>dimasukkan</a:t>
            </a:r>
            <a:r>
              <a:rPr lang="en-ID" sz="1400" dirty="0"/>
              <a:t>, program </a:t>
            </a:r>
            <a:r>
              <a:rPr lang="en-ID" sz="1400" dirty="0" err="1"/>
              <a:t>secara</a:t>
            </a:r>
            <a:r>
              <a:rPr lang="en-ID" sz="1400" dirty="0"/>
              <a:t> </a:t>
            </a:r>
            <a:r>
              <a:rPr lang="en-ID" sz="1400" dirty="0" err="1"/>
              <a:t>otomatis</a:t>
            </a:r>
            <a:r>
              <a:rPr lang="en-ID" sz="1400" dirty="0"/>
              <a:t> </a:t>
            </a:r>
            <a:r>
              <a:rPr lang="en-ID" sz="1400" dirty="0" err="1"/>
              <a:t>melakukan</a:t>
            </a:r>
            <a:r>
              <a:rPr lang="en-ID" sz="1400" dirty="0"/>
              <a:t> </a:t>
            </a:r>
            <a:r>
              <a:rPr lang="en-ID" sz="1400" dirty="0" err="1"/>
              <a:t>perhitungan</a:t>
            </a:r>
            <a:r>
              <a:rPr lang="en-ID" sz="1400" dirty="0"/>
              <a:t>. Program </a:t>
            </a:r>
            <a:r>
              <a:rPr lang="en-ID" sz="1400" dirty="0" err="1"/>
              <a:t>terlebih</a:t>
            </a:r>
            <a:r>
              <a:rPr lang="en-ID" sz="1400" dirty="0"/>
              <a:t> </a:t>
            </a:r>
            <a:r>
              <a:rPr lang="en-ID" sz="1400" dirty="0" err="1"/>
              <a:t>dahulu</a:t>
            </a:r>
            <a:r>
              <a:rPr lang="en-ID" sz="1400" dirty="0"/>
              <a:t> </a:t>
            </a:r>
            <a:r>
              <a:rPr lang="en-ID" sz="1400" dirty="0" err="1"/>
              <a:t>menghitung</a:t>
            </a:r>
            <a:r>
              <a:rPr lang="en-ID" sz="1400" dirty="0"/>
              <a:t> </a:t>
            </a:r>
            <a:r>
              <a:rPr lang="en-ID" sz="1400" dirty="0" err="1"/>
              <a:t>selisih</a:t>
            </a:r>
            <a:r>
              <a:rPr lang="en-ID" sz="1400" dirty="0"/>
              <a:t> </a:t>
            </a:r>
            <a:r>
              <a:rPr lang="en-ID" sz="1400" dirty="0" err="1"/>
              <a:t>menit</a:t>
            </a:r>
            <a:r>
              <a:rPr lang="en-ID" sz="1400" dirty="0"/>
              <a:t>, </a:t>
            </a:r>
            <a:r>
              <a:rPr lang="en-ID" sz="1400" dirty="0" err="1"/>
              <a:t>yaitu</a:t>
            </a:r>
            <a:r>
              <a:rPr lang="en-ID" sz="1400" dirty="0"/>
              <a:t> 40 </a:t>
            </a:r>
            <a:r>
              <a:rPr lang="en-ID" sz="1400" dirty="0" err="1"/>
              <a:t>dikurangi</a:t>
            </a:r>
            <a:r>
              <a:rPr lang="en-ID" sz="1400" dirty="0"/>
              <a:t> 35, </a:t>
            </a:r>
            <a:r>
              <a:rPr lang="en-ID" sz="1400" dirty="0" err="1"/>
              <a:t>sehingga</a:t>
            </a:r>
            <a:r>
              <a:rPr lang="en-ID" sz="1400" dirty="0"/>
              <a:t> </a:t>
            </a:r>
            <a:r>
              <a:rPr lang="en-ID" sz="1400" dirty="0" err="1"/>
              <a:t>diperoleh</a:t>
            </a:r>
            <a:r>
              <a:rPr lang="en-ID" sz="1400" dirty="0"/>
              <a:t> </a:t>
            </a:r>
            <a:r>
              <a:rPr lang="en-ID" sz="1400" dirty="0" err="1"/>
              <a:t>hasil</a:t>
            </a:r>
            <a:r>
              <a:rPr lang="en-ID" sz="1400" dirty="0"/>
              <a:t> 5 </a:t>
            </a:r>
            <a:r>
              <a:rPr lang="en-ID" sz="1400" dirty="0" err="1"/>
              <a:t>menit</a:t>
            </a:r>
            <a:r>
              <a:rPr lang="en-ID" sz="1400" dirty="0"/>
              <a:t>. Karena </a:t>
            </a:r>
            <a:r>
              <a:rPr lang="en-ID" sz="1400" dirty="0" err="1"/>
              <a:t>hasil</a:t>
            </a:r>
            <a:r>
              <a:rPr lang="en-ID" sz="1400" dirty="0"/>
              <a:t> </a:t>
            </a:r>
            <a:r>
              <a:rPr lang="en-ID" sz="1400" dirty="0" err="1"/>
              <a:t>menit</a:t>
            </a:r>
            <a:r>
              <a:rPr lang="en-ID" sz="1400" dirty="0"/>
              <a:t> </a:t>
            </a:r>
            <a:r>
              <a:rPr lang="en-ID" sz="1400" dirty="0" err="1"/>
              <a:t>tidak</a:t>
            </a:r>
            <a:r>
              <a:rPr lang="en-ID" sz="1400" dirty="0"/>
              <a:t> </a:t>
            </a:r>
            <a:r>
              <a:rPr lang="en-ID" sz="1400" dirty="0" err="1"/>
              <a:t>bernilai</a:t>
            </a:r>
            <a:r>
              <a:rPr lang="en-ID" sz="1400" dirty="0"/>
              <a:t> </a:t>
            </a:r>
            <a:r>
              <a:rPr lang="en-ID" sz="1400" dirty="0" err="1"/>
              <a:t>negatif</a:t>
            </a:r>
            <a:r>
              <a:rPr lang="en-ID" sz="1400" dirty="0"/>
              <a:t>, </a:t>
            </a:r>
            <a:r>
              <a:rPr lang="en-ID" sz="1400" dirty="0" err="1"/>
              <a:t>maka</a:t>
            </a:r>
            <a:r>
              <a:rPr lang="en-ID" sz="1400" dirty="0"/>
              <a:t> program </a:t>
            </a:r>
            <a:r>
              <a:rPr lang="en-ID" sz="1400" dirty="0" err="1"/>
              <a:t>tidak</a:t>
            </a:r>
            <a:r>
              <a:rPr lang="en-ID" sz="1400" dirty="0"/>
              <a:t> </a:t>
            </a:r>
            <a:r>
              <a:rPr lang="en-ID" sz="1400" dirty="0" err="1"/>
              <a:t>melakukan</a:t>
            </a:r>
            <a:r>
              <a:rPr lang="en-ID" sz="1400" dirty="0"/>
              <a:t> </a:t>
            </a:r>
            <a:r>
              <a:rPr lang="en-ID" sz="1400" dirty="0" err="1"/>
              <a:t>peminjaman</a:t>
            </a:r>
            <a:r>
              <a:rPr lang="en-ID" sz="1400" dirty="0"/>
              <a:t> jam.</a:t>
            </a:r>
          </a:p>
          <a:p>
            <a:r>
              <a:rPr lang="en-ID" sz="1400" dirty="0" err="1"/>
              <a:t>Kemudian</a:t>
            </a:r>
            <a:r>
              <a:rPr lang="en-ID" sz="1400" dirty="0"/>
              <a:t> program </a:t>
            </a:r>
            <a:r>
              <a:rPr lang="en-ID" sz="1400" dirty="0" err="1"/>
              <a:t>menghitung</a:t>
            </a:r>
            <a:r>
              <a:rPr lang="en-ID" sz="1400" dirty="0"/>
              <a:t> </a:t>
            </a:r>
            <a:r>
              <a:rPr lang="en-ID" sz="1400" dirty="0" err="1"/>
              <a:t>selisih</a:t>
            </a:r>
            <a:r>
              <a:rPr lang="en-ID" sz="1400" dirty="0"/>
              <a:t> jam, </a:t>
            </a:r>
            <a:r>
              <a:rPr lang="en-ID" sz="1400" dirty="0" err="1"/>
              <a:t>yaitu</a:t>
            </a:r>
            <a:r>
              <a:rPr lang="en-ID" sz="1400" dirty="0"/>
              <a:t> 17 </a:t>
            </a:r>
            <a:r>
              <a:rPr lang="en-ID" sz="1400" dirty="0" err="1"/>
              <a:t>dikurangi</a:t>
            </a:r>
            <a:r>
              <a:rPr lang="en-ID" sz="1400" dirty="0"/>
              <a:t> 10, </a:t>
            </a:r>
            <a:r>
              <a:rPr lang="en-ID" sz="1400" dirty="0" err="1"/>
              <a:t>sehingga</a:t>
            </a:r>
            <a:r>
              <a:rPr lang="en-ID" sz="1400" dirty="0"/>
              <a:t> </a:t>
            </a:r>
            <a:r>
              <a:rPr lang="en-ID" sz="1400" dirty="0" err="1"/>
              <a:t>diperoleh</a:t>
            </a:r>
            <a:r>
              <a:rPr lang="en-ID" sz="1400" dirty="0"/>
              <a:t> 7 jam. Hasil </a:t>
            </a:r>
            <a:r>
              <a:rPr lang="en-ID" sz="1400" dirty="0" err="1"/>
              <a:t>perhitungan</a:t>
            </a:r>
            <a:r>
              <a:rPr lang="en-ID" sz="1400" dirty="0"/>
              <a:t> jam dan </a:t>
            </a:r>
            <a:r>
              <a:rPr lang="en-ID" sz="1400" dirty="0" err="1"/>
              <a:t>menit</a:t>
            </a:r>
            <a:r>
              <a:rPr lang="en-ID" sz="1400" dirty="0"/>
              <a:t> </a:t>
            </a:r>
            <a:r>
              <a:rPr lang="en-ID" sz="1400" dirty="0" err="1"/>
              <a:t>tersebut</a:t>
            </a:r>
            <a:r>
              <a:rPr lang="en-ID" sz="1400" dirty="0"/>
              <a:t> </a:t>
            </a:r>
            <a:r>
              <a:rPr lang="en-ID" sz="1400" dirty="0" err="1"/>
              <a:t>digabungkan</a:t>
            </a:r>
            <a:r>
              <a:rPr lang="en-ID" sz="1400" dirty="0"/>
              <a:t> dan </a:t>
            </a:r>
            <a:r>
              <a:rPr lang="en-ID" sz="1400" dirty="0" err="1"/>
              <a:t>ditampilkan</a:t>
            </a:r>
            <a:r>
              <a:rPr lang="en-ID" sz="1400" dirty="0"/>
              <a:t> </a:t>
            </a:r>
            <a:r>
              <a:rPr lang="en-ID" sz="1400" dirty="0" err="1"/>
              <a:t>ke</a:t>
            </a:r>
            <a:r>
              <a:rPr lang="en-ID" sz="1400" dirty="0"/>
              <a:t> </a:t>
            </a:r>
            <a:r>
              <a:rPr lang="en-ID" sz="1400" dirty="0" err="1"/>
              <a:t>layar</a:t>
            </a:r>
            <a:r>
              <a:rPr lang="en-ID" sz="1400" dirty="0"/>
              <a:t>.</a:t>
            </a:r>
          </a:p>
          <a:p>
            <a:r>
              <a:rPr lang="en-ID" sz="1400" dirty="0" err="1"/>
              <a:t>Akhirnya</a:t>
            </a:r>
            <a:r>
              <a:rPr lang="en-ID" sz="1400" dirty="0"/>
              <a:t>, program </a:t>
            </a:r>
            <a:r>
              <a:rPr lang="en-ID" sz="1400" dirty="0" err="1"/>
              <a:t>menampilkan</a:t>
            </a:r>
            <a:r>
              <a:rPr lang="en-ID" sz="1400" dirty="0"/>
              <a:t> </a:t>
            </a:r>
            <a:r>
              <a:rPr lang="en-ID" sz="1400" dirty="0" err="1"/>
              <a:t>hasil</a:t>
            </a:r>
            <a:r>
              <a:rPr lang="en-ID" sz="1400" dirty="0"/>
              <a:t> “total jam </a:t>
            </a:r>
            <a:r>
              <a:rPr lang="en-ID" sz="1400" dirty="0" err="1"/>
              <a:t>kerja</a:t>
            </a:r>
            <a:r>
              <a:rPr lang="en-ID" sz="1400" dirty="0"/>
              <a:t> : 7 jam 5 </a:t>
            </a:r>
            <a:r>
              <a:rPr lang="en-ID" sz="1400" dirty="0" err="1"/>
              <a:t>menit</a:t>
            </a:r>
            <a:r>
              <a:rPr lang="en-ID" sz="1400" dirty="0"/>
              <a:t>”, yang </a:t>
            </a:r>
            <a:r>
              <a:rPr lang="en-ID" sz="1400" dirty="0" err="1"/>
              <a:t>menunjukkan</a:t>
            </a:r>
            <a:r>
              <a:rPr lang="en-ID" sz="1400" dirty="0"/>
              <a:t> lama </a:t>
            </a:r>
            <a:r>
              <a:rPr lang="en-ID" sz="1400" dirty="0" err="1"/>
              <a:t>waktu</a:t>
            </a:r>
            <a:r>
              <a:rPr lang="en-ID" sz="1400" dirty="0"/>
              <a:t> </a:t>
            </a:r>
            <a:r>
              <a:rPr lang="en-ID" sz="1400" dirty="0" err="1"/>
              <a:t>kerja</a:t>
            </a:r>
            <a:r>
              <a:rPr lang="en-ID" sz="1400" dirty="0"/>
              <a:t> </a:t>
            </a:r>
            <a:r>
              <a:rPr lang="en-ID" sz="1400" dirty="0" err="1"/>
              <a:t>pengguna</a:t>
            </a:r>
            <a:r>
              <a:rPr lang="en-ID" sz="1400" dirty="0"/>
              <a:t> </a:t>
            </a:r>
            <a:r>
              <a:rPr lang="en-ID" sz="1400" dirty="0" err="1"/>
              <a:t>berdasarkan</a:t>
            </a:r>
            <a:r>
              <a:rPr lang="en-ID" sz="1400" dirty="0"/>
              <a:t> data yang </a:t>
            </a:r>
            <a:r>
              <a:rPr lang="en-ID" sz="1400" dirty="0" err="1"/>
              <a:t>dimasukkan</a:t>
            </a:r>
            <a:r>
              <a:rPr lang="en-ID" sz="1400" dirty="0"/>
              <a:t>.</a:t>
            </a:r>
          </a:p>
        </p:txBody>
      </p:sp>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normAutofit fontScale="92500" lnSpcReduction="20000"/>
          </a:bodyPr>
          <a:lstStyle/>
          <a:p>
            <a:r>
              <a:rPr lang="en-ID" dirty="0"/>
              <a:t>Nama : Adi Saputra</a:t>
            </a:r>
          </a:p>
          <a:p>
            <a:r>
              <a:rPr lang="en-ID" dirty="0"/>
              <a:t>Nim : 2500018113</a:t>
            </a:r>
          </a:p>
          <a:p>
            <a:r>
              <a:rPr lang="en-ID" dirty="0" err="1"/>
              <a:t>Kelas</a:t>
            </a:r>
            <a:r>
              <a:rPr lang="en-ID" dirty="0"/>
              <a:t> : C</a:t>
            </a:r>
          </a:p>
          <a:p>
            <a:r>
              <a:rPr lang="en-ID" dirty="0" err="1"/>
              <a:t>Judul</a:t>
            </a:r>
            <a:r>
              <a:rPr lang="en-ID" dirty="0"/>
              <a:t> </a:t>
            </a:r>
            <a:r>
              <a:rPr lang="en-ID" dirty="0" err="1"/>
              <a:t>Aplikasi</a:t>
            </a:r>
            <a:r>
              <a:rPr lang="en-ID" dirty="0"/>
              <a:t> : </a:t>
            </a:r>
            <a:r>
              <a:rPr lang="en-ID" dirty="0" err="1"/>
              <a:t>Aplikasi</a:t>
            </a:r>
            <a:r>
              <a:rPr lang="en-ID" dirty="0"/>
              <a:t> </a:t>
            </a:r>
            <a:r>
              <a:rPr lang="en-ID" dirty="0" err="1"/>
              <a:t>Menghituung</a:t>
            </a:r>
            <a:r>
              <a:rPr lang="en-ID" dirty="0"/>
              <a:t> Jam </a:t>
            </a:r>
            <a:r>
              <a:rPr lang="en-ID" dirty="0" err="1"/>
              <a:t>Kerja</a:t>
            </a:r>
            <a:endParaRPr lang="en-ID" dirty="0"/>
          </a:p>
          <a:p>
            <a:br>
              <a:rPr lang="en-ID" dirty="0"/>
            </a:br>
            <a:endParaRPr lang="en-US" dirty="0"/>
          </a:p>
          <a:p>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{C3E0BD09-E9E8-4A8A-BF8A-441A1B5A445D}TF8a9b5915-b8c7-461e-8cdd-693d48b5e32371f7b7e2_win32-4bf0b9a2ea37</Template>
  <TotalTime>134</TotalTime>
  <Words>553</Words>
  <Application>Microsoft Office PowerPoint</Application>
  <PresentationFormat>Widescreen</PresentationFormat>
  <Paragraphs>45</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Black</vt:lpstr>
      <vt:lpstr>Calibri</vt:lpstr>
      <vt:lpstr>Sabon Next LT</vt:lpstr>
      <vt:lpstr>Custom</vt:lpstr>
      <vt:lpstr>LAPORAN AKHIR TUGAS PROJEK DASAR SISTEM KOMPUTER  </vt:lpstr>
      <vt:lpstr>  Dosen Pengampu : Ali Tarmuji S.T,M.Cs  </vt:lpstr>
      <vt:lpstr>Ruang Lingkup Aplikasi Aplikasi Hitung Total Jam Kerja adalah program berbasis Bahasa Assembly x86 (DOS) yang digunakan  untuk menghitung lama waktu kerja berdasarkan jam  dan menit masuk serta jam dan menit pulang kerja.  </vt:lpstr>
      <vt:lpstr>Fitur Utama Aplikasi Input jam masuk (00–24) Input menit masuk (00–59) Input jam pulang (00–24) Input menit pulang (00–59) Perhitungan total jam dan menit kerja Menampilkan hasil perhitungan ke layar </vt:lpstr>
      <vt:lpstr>PowerPoint Presentation</vt:lpstr>
      <vt:lpstr>Hasil APLIKASI</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 Ideapad</dc:creator>
  <cp:lastModifiedBy>Lenovo Ideapad</cp:lastModifiedBy>
  <cp:revision>2</cp:revision>
  <dcterms:created xsi:type="dcterms:W3CDTF">2026-01-18T11:07:02Z</dcterms:created>
  <dcterms:modified xsi:type="dcterms:W3CDTF">2026-01-20T06:14:45Z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